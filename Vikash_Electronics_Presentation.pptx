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411480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⚡ SURAT'S PREMIER AUDIO &amp; DJ REPAIR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VIKASH </a:t>
            </a:r>
            <a:r>
              <a:rPr sz="4400" b="1">
                <a:solidFill>
                  <a:srgbClr val="F59E0B"/>
                </a:solidFill>
                <a:latin typeface="Segoe UI"/>
              </a:rPr>
              <a:t>ELECTRONICS</a:t>
            </a:r>
          </a:p>
          <a:p>
            <a:pPr>
              <a:spcBef>
                <a:spcPts val="800"/>
              </a:spcBef>
              <a:defRPr sz="2000" b="1">
                <a:solidFill>
                  <a:srgbClr val="E2E8F0"/>
                </a:solidFill>
                <a:latin typeface="Segoe UI"/>
              </a:defRPr>
            </a:pPr>
            <a:r>
              <a:t>Professional DJ &amp; Electronic Equipment Repairing Services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Expert diagnosis, maintenance, and precision repair for DJ sound systems, Sharpy moving heads, stage lights, power amplifiers, and electronic equipment in Surat.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103120" cy="1097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Segoe UI"/>
              </a:defRPr>
            </a:pPr>
            <a:r>
              <a:t>SPECIALIST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Murlidhar Chaudhari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5120640"/>
            <a:ext cx="2103120" cy="1097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5212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Segoe UI"/>
              </a:defRPr>
            </a:pPr>
            <a:r>
              <a:t>CONTACT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+91 98254 85520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5120640"/>
            <a:ext cx="2103120" cy="1097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5212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Segoe UI"/>
              </a:defRPr>
            </a:pPr>
            <a:r>
              <a:t>LOCATION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Limbayat, Surat, Gujarat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822960"/>
            <a:ext cx="3840480" cy="53949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bout_worksh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05840"/>
            <a:ext cx="3474720" cy="25944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384048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✓ COMPONENT-LEVEL DIAGNOSTICS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Precision bench testing for event equipment, stage monitors, moving heads, and heavy PA amplifiers.</a:t>
            </a:r>
          </a:p>
          <a:p>
            <a:pPr>
              <a:spcBef>
                <a:spcPts val="10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★ Quality Service &amp; Trusted Repair in Surat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ABOUT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WHO WE ARE &amp; </a:t>
            </a:r>
            <a:r>
              <a:rPr sz="2600" b="1">
                <a:solidFill>
                  <a:srgbClr val="F59E0B"/>
                </a:solidFill>
                <a:latin typeface="Segoe UI"/>
              </a:rPr>
              <a:t>OUR EXPERTISE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bout_worksh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754880" cy="3550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6459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Trusted Name in DJ &amp; Electronic Equipment Repair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With years of dedicated hands-on experience and expert technical know-how, Vikash Electronics provides reliable, prompt, and precision repair solutions for all types of audio, stage lighting, and visual entertainment electronics.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5212080" cy="12801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3832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CHIEF REPAIR SPECIALIST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Murlidhar Chaudhari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Specializing in circuit-level diagnostics, voice coils, moving heads &amp; high-watt PA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663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REPAIR SPECTRUM: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120640"/>
            <a:ext cx="2514600" cy="411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516636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✔  DJ Sound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5120640"/>
            <a:ext cx="2514600" cy="411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516636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✔  Sharpy / Moving Heads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669279"/>
            <a:ext cx="2514600" cy="411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714999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✔  Pro Audio Speakers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5669279"/>
            <a:ext cx="2514600" cy="411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5714999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✔  High-Power Amplifiers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6217920"/>
            <a:ext cx="2514600" cy="411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62636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✔  Stage &amp; DJ Lights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6217920"/>
            <a:ext cx="2514600" cy="411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62636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✔  Audio Mixers &amp; Consoles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6766559"/>
            <a:ext cx="2514600" cy="411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6812279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✔  LED / Smart TVs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6766559"/>
            <a:ext cx="2514600" cy="411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6812279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✔  Home Theatres &amp; Decoders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SERVICES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COMPREHENSIVE </a:t>
            </a:r>
            <a:r>
              <a:rPr sz="2600" b="1">
                <a:solidFill>
                  <a:srgbClr val="F59E0B"/>
                </a:solidFill>
                <a:latin typeface="Segoe UI"/>
              </a:rPr>
              <a:t>REPAIR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a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8229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308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Speaker Repairing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Voice coil rewinding, cone &amp; surround replacement, subwoofers &amp; line arrays.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mplifi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783080"/>
            <a:ext cx="82296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Amplifier Repairing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1460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Power transistor fix, toroidal transformer checks, distortion &amp; protection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j_l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82296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DJ Light Repairing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51460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LED par cans, laser projectors, strobes, driver boards &amp; DMX controllers.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645920"/>
            <a:ext cx="256032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arp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1783080"/>
            <a:ext cx="82296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Sharpy / Moving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Pan/tilt motor calibration, gobo &amp; color wheels, ballast &amp; beam lamp change.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56032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ound_mix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160520"/>
            <a:ext cx="822960" cy="640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83080" y="4114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Sound Mixer Repairing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9204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Fader cleaning, potentiometer scratchiness, preamp circuits &amp; multi-channel boards.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023360"/>
            <a:ext cx="256032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ome_theatr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4160520"/>
            <a:ext cx="822960" cy="640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80560" y="4114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Home Theatre Repairing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89204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AV receivers, 5.1/7.1 channel diagnosis, plate amplifiers, audio calibration.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023360"/>
            <a:ext cx="256032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v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160520"/>
            <a:ext cx="822960" cy="640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78040" y="4114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Smart TV Repairing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89204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Component-level repair for LED/Smart TVs, backlight replacement, power boards.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023360"/>
            <a:ext cx="256032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other_electroni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0" y="4160520"/>
            <a:ext cx="822960" cy="6400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75520" y="4114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Other DJ Electronics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89204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Crossovers, equalizers, smoke/fog machines, power conditioners &amp; custom gear.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AUDIO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PROFESSIONAL AUDIO &amp; </a:t>
            </a:r>
            <a:r>
              <a:rPr sz="2600" b="1">
                <a:solidFill>
                  <a:srgbClr val="F59E0B"/>
                </a:solidFill>
                <a:latin typeface="Segoe UI"/>
              </a:rPr>
              <a:t>SOUND GEAR REPAIR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a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10896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5661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Speaker &amp; Subwoofer Repair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Voice Coil Rewinding: High-temperature Kapton / CCAR wire rewinds.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Cone &amp; Surround Replacement: Re-coning 12", 15", 18" high-excursion woofers.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Spider Alignment: Centering and dampening for crystal clear bass response.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HF Compression Drivers: Titanium diaphragm replacements for line arrays.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mplifi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28800"/>
            <a:ext cx="310896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35661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Power Amplifiers (DJ &amp; PA)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1148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Output Transistors: Troubleshooting shorted 2SC5200 / 2SA1943 pairs.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Toroidal Power Supply: Rectifier diode &amp; filter capacitor bank fixes.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Thermal &amp; DC Protection: Clearing clip/protect lockups under heavy load.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Channel Balancing: Eliminating hum, cross-talk, and unwanted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und_mix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28800"/>
            <a:ext cx="310896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35661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Audio Mixers &amp; Home Theatres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1148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Fader &amp; Potentiometer: DeoxIT ultrasonic servicing and slide pot swap.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Mic Preamps: Low noise op-amp replacement and phantom power 48V fix.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Surround AV Receivers: 5.1/7.1 channel HDMI &amp; optical DAC repair.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• Plate Amps: Active subwoofer power circuitry and crossover 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STAGE &amp; EVENT LIGHTING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SHARPY MOVING HEADS &amp; </a:t>
            </a:r>
            <a:r>
              <a:rPr sz="2600" b="1">
                <a:solidFill>
                  <a:srgbClr val="F59E0B"/>
                </a:solidFill>
                <a:latin typeface="Segoe UI"/>
              </a:rPr>
              <a:t>DJ 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arp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484632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3794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Sharpy / Beam Moving Head 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Optical Path Alignment: Cleaning heat mirrors, lenses, and collimators.</a:t>
            </a:r>
          </a:p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Stepper Motor Calibration: Smooth 540° pan and 270° tilt movement without slippage.</a:t>
            </a:r>
          </a:p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Gobo &amp; Color Wheel Repair: Sensor hall alignment, magnetic indexing, and color filters.</a:t>
            </a:r>
          </a:p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Electronic Ballast &amp; Igniter: High-voltage ignition troubleshooting and lamp cooling fans.</a:t>
            </a:r>
          </a:p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Bulb Replacement: 7R, 10R, 15R high-output discharge lamps matched to ballast specs.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303520" cy="46634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j_l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20"/>
            <a:ext cx="484632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3794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DJ Stage Lights &amp; Effect Gear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DMX-512 Protocol: Fixing communication lags, signal termination, and addressing faults.</a:t>
            </a:r>
          </a:p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RGBW LED Par Cans: Constant-current driver board repairs and LED array replacements.</a:t>
            </a:r>
          </a:p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Laser Projectors: Galvanometer scanner alignment, laser diode cooling &amp; TTL modulation.</a:t>
            </a:r>
          </a:p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Strobe &amp; Smoke Machines: High-power strobe capacitors and pump heater element repair.</a:t>
            </a:r>
          </a:p>
          <a:p>
            <a:pPr>
              <a:spcBef>
                <a:spcPts val="5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✔  Event Ready Testing: 2-hour burn-in stress test before dispatch.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WHY CHOOSE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PRECISION REPAIR &amp; </a:t>
            </a:r>
            <a:r>
              <a:rPr sz="2600" b="1">
                <a:solidFill>
                  <a:srgbClr val="F59E0B"/>
                </a:solidFill>
                <a:latin typeface="Segoe UI"/>
              </a:rPr>
              <a:t>CUSTOMER ADVANTAGE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💰  Component-Level Repair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Instead of recommending expensive whole-board replacements, we diagnose and replace individual faulty ICs, MOSFETs, capacitors, and diodes to save you money.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⏱️  Fast Turnaround for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We understand that event managers, DJs, and sound engineers have tight timelines. We offer expedited emergency repairs to ensure zero show downtime.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830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👨‍🔧  Expert Technician with Mastery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Led by Murlidhar Chaudhari with years of specialized field experience across Indian and imported DJ gear, line arrays, and touring rigs.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474720" cy="21488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🛡️  Genuine High-Grade Spares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We source genuine heat-tolerant transistors, original discharge lamps, and high-temp Kapton voice coils for lasting reliability.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023360"/>
            <a:ext cx="3474720" cy="21488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160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🔬  Rigorous Bench Load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Every serviced amplifier and light undergoes intensive thermal and load cycle testing on our Surat workshop bench prior to handover.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4023360"/>
            <a:ext cx="3474720" cy="21488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160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🤝  Transparent &amp; Honest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Detailed breakdown of diagnosis, required components, and labor fees before undertaking major repairs. No hidden surprise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OUR SYSTEMATIC </a:t>
            </a:r>
            <a:r>
              <a:rPr sz="2600" b="1">
                <a:solidFill>
                  <a:srgbClr val="F59E0B"/>
                </a:solidFill>
                <a:latin typeface="Segoe UI"/>
              </a:rPr>
              <a:t>REPAIR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57400" cy="39319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69164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Intake &amp; Visual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1783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Thorough inspection for burnt traces, liquid damage, cracked voice coils, or physical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2011680"/>
            <a:ext cx="2057400" cy="39319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671" y="2240280"/>
            <a:ext cx="169164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1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1" y="27889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Component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1" y="3794760"/>
            <a:ext cx="1783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Multimeter, oscilloscope, and signal generator analysis to isolate the exact micro-fault.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2011680"/>
            <a:ext cx="2057400" cy="39319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66944" y="2240280"/>
            <a:ext cx="169164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7889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Precision Component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794760"/>
            <a:ext cx="1783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Professional desoldering, original replacement parts, heat-sink re-pasting, and optical alignment.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2011680"/>
            <a:ext cx="2057400" cy="39319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43216" y="2240280"/>
            <a:ext cx="169164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6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27889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Load &amp; Stress Burn-In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3794760"/>
            <a:ext cx="1783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Running gear at rated power output and DMX sequences to verify thermal stability.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8" y="2011680"/>
            <a:ext cx="2057400" cy="39319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9488" y="2240280"/>
            <a:ext cx="169164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27889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Handover &amp; Warranty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3794760"/>
            <a:ext cx="1783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Safe packaging, customer demonstration, maintenance guidance, and post-repair peace of mind.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GET IN TOUCH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VISIT OUR WORKSHOP &amp; </a:t>
            </a:r>
            <a:r>
              <a:rPr sz="2600" b="1">
                <a:solidFill>
                  <a:srgbClr val="F59E0B"/>
                </a:solidFill>
                <a:latin typeface="Segoe UI"/>
              </a:rPr>
              <a:t>CONTACT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VIKASH ELECTRONICS</a:t>
            </a:r>
          </a:p>
          <a:p>
            <a:pPr>
              <a:spcBef>
                <a:spcPts val="400"/>
              </a:spcBef>
              <a:defRPr sz="1200">
                <a:solidFill>
                  <a:srgbClr val="F59E0B"/>
                </a:solidFill>
                <a:latin typeface="Segoe UI"/>
              </a:defRPr>
            </a:pPr>
            <a:r>
              <a:t>Surat's Specialized DJ &amp; Electronic Repair Center</a:t>
            </a:r>
          </a:p>
          <a:p>
            <a:pPr>
              <a:spcBef>
                <a:spcPts val="14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📍 Workshop Address: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Plot No. 199, Sarve No. 1-2, Sanjay Nagar,</a:t>
            </a:r>
            <a:br/>
            <a:r>
              <a:t>Near Udhna Yard, Limbayat,</a:t>
            </a:r>
            <a:br/>
            <a:r>
              <a:t>Surat - 394210, Gujarat, India.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📞 Direct Helpline / WhatsApp: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+91 98254 85520  |  Technician: Murlidhar Chaudhari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⏰ Working Hours: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Monday to Saturday: 09:30 AM – 09:00 PM</a:t>
            </a:r>
            <a:br/>
            <a:r>
              <a:t>(Sunday: Prior Appointment Only)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Segoe UI"/>
              </a:defRPr>
            </a:pPr>
            <a:r>
              <a:t>READY FOR YOUR NEXT EVENT?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Don't let faulty gear interrupt your show. Whether you are an event sound supplier, DJ, wedding organizer, or auditorium manager, Vikash Electronics guarantees quick and precision repair.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Speakers &amp; Heavy Subwoofers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High Power PA Amplifiers &amp; Crossovers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Sharpy 7R/10R/15R Moving Head Lights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Sound Consoles, DMX Boards &amp; Lasers</a:t>
            </a:r>
          </a:p>
          <a:p>
            <a:pPr>
              <a:spcBef>
                <a:spcPts val="14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🌐 Website: localhost:3000 (vikashelectronics.com)</a:t>
            </a:r>
          </a:p>
          <a:p>
            <a:pPr>
              <a:spcBef>
                <a:spcPts val="600"/>
              </a:spcBef>
              <a:defRPr sz="1400" b="1">
                <a:solidFill>
                  <a:srgbClr val="F59E0B"/>
                </a:solidFill>
                <a:latin typeface="Segoe UI"/>
              </a:defRPr>
            </a:pPr>
            <a:r>
              <a:t>Call Now: +91 98254 85520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